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Lớp Học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thử nghiệm — Buổi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5  •  Nhấn RIGHT CTRL để ra lệnh bằng giọng nói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Bài Học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16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cách sử dụng trợ lý AI trong lớp học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208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điều hướng bài giảng bằng giọng nói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25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quen với lệnh mở file không cần chuột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301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tập bài học thông qua tóm tắt tự động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2 /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Bài Học Hôm Nay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Phần 1: Giới thiệu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về AI trong giáo dục. Các công cụ hiện có và giới hạn của chúng.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Phần 2: Thực hành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sử dụng lệnh giọng nói. Mở file, chuyển slide, ôn bài tự động.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3 /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Lệnh Giọng Nói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Lệnh nói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"Tiếp theo"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 slide kế tiếp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theo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"Quay lại"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Về slide trước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Quay lại slide trước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"Mở file [tên]"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tài liệu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file bài tập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"Ôn bài hôm trước"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Tóm tắt buổi trước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Hôm trước học gì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"Hôm nay học gì"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 lịch học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Hôm nay học gì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4 /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Buổi Học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 chúng ta đã: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Làm quen với trợ lý AI giọng nói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Thực hành các lệnh điều hướng cơ bản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Hiểu cách lưu và ôn lại tiến độ học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tiếp theo: Thực hành nâng cao  •  Slide 5 / 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Học Thử Nghiệm</dc:title>
  <dc:subject>PptxGenJS Presentation</dc:subject>
  <dc:creator>PptxGenJS</dc:creator>
  <cp:lastModifiedBy>PptxGenJS</cp:lastModifiedBy>
  <cp:revision>1</cp:revision>
  <dcterms:created xsi:type="dcterms:W3CDTF">2026-04-21T14:33:56Z</dcterms:created>
  <dcterms:modified xsi:type="dcterms:W3CDTF">2026-04-21T14:33:56Z</dcterms:modified>
</cp:coreProperties>
</file>